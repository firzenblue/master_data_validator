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chasing errors.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making decisions.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pre-upload validation toolchain for SAP S/4HANA LTMC. Collapses thousands of cell-level errors into a handful of business decisions, with complete audit trail and module-gated access.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2148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126→1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2688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to decisions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LTMC source validation is painful today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LTMC upload of 2,000 customers surfaces tens of thousands of individual validation errors. SMEs face a wall of noise, not a list of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3774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hrs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548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iteration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open Excel, scroll, fix one cell, save, re-upload to LTMC, repeat. A single template takes days to get right — and LTMC itself gives no summary view.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23774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5496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trail, no justification for changes, no way to revert. When SAP rejects the load, the debug cycle starts from zero.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not SAP. It's the workflow. Validation lives inside a tool that was designed to load, not to collaborate.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principles shape the Master Data Validator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2441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errors into decisions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28803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126 rows fail the same rule for the same reason, that's 1 decision, not 126 errors. Fix once, resolve 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37216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with context, not blindly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160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pinned at the top of each record. Related records (sales areas, tax numbers) shown inline. Keyboard-first navigation between issues.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83480"/>
            <a:ext cx="777240" cy="7772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83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828800" y="5001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everything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5440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bulk change requires a business reason. Every action is logged to a persistent Postgres audit trail. Admin can query the full history.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3-tier: stateless app, Postgres for state, S3 for blobs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4688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(Alpine.js + Tailwind)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731520" cy="274320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46888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validator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engine · stateless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19202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&amp; sessions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metadata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39319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(or disk)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XML / XLSX blobs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encrypted at 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2926080"/>
            <a:ext cx="1005840" cy="-9144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3017520"/>
            <a:ext cx="1005840" cy="155448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t3.xlarge + RDS Postgres + S3 bucket, under $250/mo in production. SSO via Entra ID or Okta in Phase 2.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Workflow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role-gated, fully audited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468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XML/XLSX into repository. Auto-parses, auto-validates, auto-groups errors into decisions.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931920"/>
            <a:ext cx="182880" cy="2286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468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decisions + inline edits. Every change captures a business reason. Preview before commit.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931920"/>
            <a:ext cx="182880" cy="2286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468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465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465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3931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 as Validated" button appears only when all errors are zero. Status visible to all.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69680" y="3931920"/>
            <a:ext cx="182880" cy="2286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2468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354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LTMC Upload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2354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Admin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3931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clean XML, load into SAP LTMC, mark Uploaded. Audit trail records every handoff.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possible at every stage. Actions are logged with user, timestamp, and business reason.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HEALTHIUM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· LTMC pre-upload toolchain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Healthium Medtech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tool goes next, if you say yes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NOW (v0.3)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(SD) full coverage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audit trail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 / IT / 5 modules)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decisions + duplicate resolution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record editor with error navigation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Bit-perfect LTMC XML export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SOP and business 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(Phase 2 — 8 weeks)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(MM), BOM (PP), Vendor templates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integration (Entra ID / Okta)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parser for multi-GB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config CSV import (T005, TVKO, T001W)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— no code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on status 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dashboards for PMO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Data Validator — Overview</dc:title>
  <dc:subject>PptxGenJS Presentation</dc:subject>
  <dc:creator>Healthium Medtech</dc:creator>
  <cp:lastModifiedBy>Healthium Medtech</cp:lastModifiedBy>
  <cp:revision>1</cp:revision>
  <dcterms:created xsi:type="dcterms:W3CDTF">2026-04-17T23:27:59Z</dcterms:created>
  <dcterms:modified xsi:type="dcterms:W3CDTF">2026-04-17T23:27:59Z</dcterms:modified>
</cp:coreProperties>
</file>